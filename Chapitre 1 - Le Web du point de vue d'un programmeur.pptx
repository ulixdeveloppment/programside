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60"/>
      </p:cViewPr>
      <p:guideLst/>
    </p:cSldViewPr>
  </p:slideViewPr>
  <p:notesTextViewPr>
    <p:cViewPr>
      <p:scale>
        <a:sx n="153" d="100"/>
        <a:sy n="153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CEEFF-8751-49A5-9CCC-96D466527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C13A46-62F1-4AF9-ADD6-5F88F82B42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90DD8-7195-4FBE-B9C2-35913C0C3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81C1D-4058-4DF1-A373-1C37DA3004BB}" type="datetimeFigureOut">
              <a:rPr lang="fr-FR" smtClean="0"/>
              <a:t>08/04/2021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D368D-BC39-4750-B97E-7D381A144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2882F-9A79-44F7-81E6-EB3FBEF76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51C2E-56A4-4A76-BD48-0EB67A7FE0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8160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65CDD-A82D-475C-A11C-08C43914F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85B20-665A-4FBA-B857-36C8C4FD7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6A2D7-2242-48C8-8100-0AF715B2D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81C1D-4058-4DF1-A373-1C37DA3004BB}" type="datetimeFigureOut">
              <a:rPr lang="fr-FR" smtClean="0"/>
              <a:t>08/04/2021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9E12D-CDA2-43B3-8E75-B974A3861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FD0AC-6825-49A9-8235-A688A3700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51C2E-56A4-4A76-BD48-0EB67A7FE0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3930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1269D-FAF7-4E10-94A5-03621532A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00B11-B4E4-4A06-BD2C-34002B886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0436D-0615-4287-895B-DA4DC5870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81C1D-4058-4DF1-A373-1C37DA3004BB}" type="datetimeFigureOut">
              <a:rPr lang="fr-FR" smtClean="0"/>
              <a:t>08/04/2021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4C54D-C194-489F-9A08-25E62C2A4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27E8B-E8A2-4CDD-B01B-EDF2ED716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51C2E-56A4-4A76-BD48-0EB67A7FE0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7072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EEB9F-D0E9-4594-BC9D-F8891994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9E7FF-5CFB-43D8-884F-EA0A646065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922DFA-4061-492D-8795-5D91316C2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AD8401-83E5-4C1F-8731-782DF6F61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81C1D-4058-4DF1-A373-1C37DA3004BB}" type="datetimeFigureOut">
              <a:rPr lang="fr-FR" smtClean="0"/>
              <a:t>08/04/2021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2833D9-A9A2-478B-A1D7-E74E988EB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DDB77B-EDC9-4CE9-AC71-97BBDC934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51C2E-56A4-4A76-BD48-0EB67A7FE0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704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446BB-94A7-4B5A-951D-E045B462C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64BFA-5712-4F3B-9AB2-2E0E50343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C64898-B5AC-43BC-A254-8866B3CE8D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ED5E2A-FDDE-4F8E-885E-69EB51C29D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97B19C-D02F-41B7-A4F9-A50A03D94C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5CA2B9-54E7-44A4-9AEB-9CF09063A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81C1D-4058-4DF1-A373-1C37DA3004BB}" type="datetimeFigureOut">
              <a:rPr lang="fr-FR" smtClean="0"/>
              <a:t>08/04/2021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824BA-CB8D-4E53-8AE3-F39EB1A2A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5C47E0-17BD-43D6-80A6-A1FFA6304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51C2E-56A4-4A76-BD48-0EB67A7FE0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2756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74E7E-CA98-4634-BA45-3361413E0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618A38-4CE3-4650-B87E-709CF73ED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81C1D-4058-4DF1-A373-1C37DA3004BB}" type="datetimeFigureOut">
              <a:rPr lang="fr-FR" smtClean="0"/>
              <a:t>08/04/2021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C3B42-1E61-468E-9DC5-EEBD5B449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0F5998-A7DF-4E08-9F83-39CC15B59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51C2E-56A4-4A76-BD48-0EB67A7FE0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857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7733FA-6AC9-43C8-9EB2-4C9EB2E50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81C1D-4058-4DF1-A373-1C37DA3004BB}" type="datetimeFigureOut">
              <a:rPr lang="fr-FR" smtClean="0"/>
              <a:t>08/04/2021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C3E52-E7B9-4F3A-BA0D-7392283D2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C024A-F12A-470D-B00F-27417D3C5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51C2E-56A4-4A76-BD48-0EB67A7FE0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1107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2DBB9-B171-4D7E-B863-A6E4E7BDB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4FECB-6422-4CAF-9324-B20CD20EA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F48CD-EEAF-4B2D-AB0E-4EA4CC72A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183D2-E141-43BE-8A2B-E33482BB8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81C1D-4058-4DF1-A373-1C37DA3004BB}" type="datetimeFigureOut">
              <a:rPr lang="fr-FR" smtClean="0"/>
              <a:t>08/04/2021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4E9FF-A65A-4F45-A46B-930706DB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E5D40-88D7-412F-83CE-FCEAE18A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51C2E-56A4-4A76-BD48-0EB67A7FE0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9554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3DC8-9B51-4432-ACE3-279900823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84BFB3-0384-4678-8BC9-F673A04329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54C5B4-1CF8-47DD-8DF8-804304D97C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784BD2-9576-428E-84E6-ED683418C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81C1D-4058-4DF1-A373-1C37DA3004BB}" type="datetimeFigureOut">
              <a:rPr lang="fr-FR" smtClean="0"/>
              <a:t>08/04/2021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0E4F8-7151-4342-9882-350C6B271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E1859D-097B-4B5B-B054-B5A2D4D41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51C2E-56A4-4A76-BD48-0EB67A7FE0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9642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9A95F-8E0D-4D7A-B7D9-9F50F3B1B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1738E9-9DAA-4336-8873-CB6AE61E34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A9F31-B5E7-429B-A337-1010561CD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81C1D-4058-4DF1-A373-1C37DA3004BB}" type="datetimeFigureOut">
              <a:rPr lang="fr-FR" smtClean="0"/>
              <a:t>08/04/2021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326A8-4D2A-4A01-A34E-85898C15C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6169D-A7D6-4DEE-97FE-1686976F2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51C2E-56A4-4A76-BD48-0EB67A7FE0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391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CE12D-8162-4A03-BF0D-B415262062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9F861E-383A-41DE-8529-8251C0E9B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1F168-1B24-4D31-96E1-CF5BBA8F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81C1D-4058-4DF1-A373-1C37DA3004BB}" type="datetimeFigureOut">
              <a:rPr lang="fr-FR" smtClean="0"/>
              <a:t>08/04/2021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03A0E-ECA8-4F7B-867E-7ADD73CA7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CAF91-BF86-4C70-8968-FFFE1D1A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51C2E-56A4-4A76-BD48-0EB67A7FE0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3931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F43EE9-7A49-498C-BCEE-A7117CEFD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CF1F7-4BDC-4B10-A1A3-543797651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44D73-D826-4413-9992-E5D81E9228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81C1D-4058-4DF1-A373-1C37DA3004BB}" type="datetimeFigureOut">
              <a:rPr lang="fr-FR" smtClean="0"/>
              <a:t>08/04/2021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6257F-21E0-4CE0-B203-2BB9F803EA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43D00-FBF7-4705-9E0A-F8F90C0826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51C2E-56A4-4A76-BD48-0EB67A7FE0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9317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9C0465A-8618-4114-A89D-1E501A971380}"/>
              </a:ext>
            </a:extLst>
          </p:cNvPr>
          <p:cNvSpPr/>
          <p:nvPr/>
        </p:nvSpPr>
        <p:spPr>
          <a:xfrm>
            <a:off x="270588" y="261256"/>
            <a:ext cx="11635273" cy="41054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002060"/>
                </a:solidFill>
              </a:rPr>
              <a:t>Le web du point de vu d’un programmeur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5317EE-5E70-44DF-963A-9FDDDD0DF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7749" y="2017186"/>
            <a:ext cx="1884783" cy="17352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4557C8-324F-4D6C-9338-90214D07C2E2}"/>
              </a:ext>
            </a:extLst>
          </p:cNvPr>
          <p:cNvSpPr txBox="1"/>
          <p:nvPr/>
        </p:nvSpPr>
        <p:spPr>
          <a:xfrm>
            <a:off x="279919" y="4559007"/>
            <a:ext cx="3666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Le web est un </a:t>
            </a:r>
            <a:r>
              <a:rPr lang="fr-FR" dirty="0">
                <a:solidFill>
                  <a:schemeClr val="bg1"/>
                </a:solidFill>
                <a:highlight>
                  <a:srgbClr val="808080"/>
                </a:highlight>
              </a:rPr>
              <a:t>réseau de réseaux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7D512AD-712B-4DF7-A993-FA01D1C47D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3527" y="2017186"/>
            <a:ext cx="1368489" cy="1368489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CDCB4975-2F15-4146-AE1B-6BEE79E9DE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91976" y="4559007"/>
            <a:ext cx="651589" cy="651589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591D321-78F7-4F95-ABB9-E007DA1C3DE6}"/>
              </a:ext>
            </a:extLst>
          </p:cNvPr>
          <p:cNvCxnSpPr>
            <a:cxnSpLocks/>
          </p:cNvCxnSpPr>
          <p:nvPr/>
        </p:nvCxnSpPr>
        <p:spPr>
          <a:xfrm flipV="1">
            <a:off x="5885282" y="3542523"/>
            <a:ext cx="0" cy="681134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C4EFF0B-2FDF-411E-8F25-670D9CE93976}"/>
              </a:ext>
            </a:extLst>
          </p:cNvPr>
          <p:cNvCxnSpPr>
            <a:cxnSpLocks/>
          </p:cNvCxnSpPr>
          <p:nvPr/>
        </p:nvCxnSpPr>
        <p:spPr>
          <a:xfrm>
            <a:off x="6256953" y="3542523"/>
            <a:ext cx="0" cy="688912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EF57353-406B-49A1-B158-952D409BBEB2}"/>
              </a:ext>
            </a:extLst>
          </p:cNvPr>
          <p:cNvSpPr txBox="1"/>
          <p:nvPr/>
        </p:nvSpPr>
        <p:spPr>
          <a:xfrm>
            <a:off x="4405603" y="5357112"/>
            <a:ext cx="359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>
                <a:solidFill>
                  <a:schemeClr val="bg1"/>
                </a:solidFill>
              </a:rPr>
              <a:t>Il fonctionne sur un système de </a:t>
            </a:r>
            <a:r>
              <a:rPr lang="fr-FR" dirty="0">
                <a:solidFill>
                  <a:schemeClr val="bg1"/>
                </a:solidFill>
                <a:highlight>
                  <a:srgbClr val="808080"/>
                </a:highlight>
              </a:rPr>
              <a:t>requête conduite par des protocoles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ED25FB2-90CC-427C-87BA-18BC0A68A0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24866" y="2017186"/>
            <a:ext cx="1368489" cy="136848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F670CA5-3617-4C3E-9CB5-A679A149BE67}"/>
              </a:ext>
            </a:extLst>
          </p:cNvPr>
          <p:cNvSpPr txBox="1"/>
          <p:nvPr/>
        </p:nvSpPr>
        <p:spPr>
          <a:xfrm>
            <a:off x="8472184" y="3542523"/>
            <a:ext cx="30184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>
                <a:solidFill>
                  <a:schemeClr val="bg1"/>
                </a:solidFill>
              </a:rPr>
              <a:t>Quand le serveur reçoit une </a:t>
            </a:r>
            <a:r>
              <a:rPr lang="fr-FR" dirty="0">
                <a:solidFill>
                  <a:schemeClr val="bg1"/>
                </a:solidFill>
                <a:highlight>
                  <a:srgbClr val="808080"/>
                </a:highlight>
              </a:rPr>
              <a:t>requête</a:t>
            </a:r>
            <a:r>
              <a:rPr lang="fr-FR" dirty="0">
                <a:solidFill>
                  <a:schemeClr val="bg1"/>
                </a:solidFill>
              </a:rPr>
              <a:t>, il </a:t>
            </a:r>
            <a:r>
              <a:rPr lang="fr-FR" dirty="0">
                <a:solidFill>
                  <a:schemeClr val="bg1"/>
                </a:solidFill>
                <a:highlight>
                  <a:srgbClr val="808080"/>
                </a:highlight>
              </a:rPr>
              <a:t>vérifie</a:t>
            </a:r>
            <a:r>
              <a:rPr lang="fr-FR" dirty="0">
                <a:solidFill>
                  <a:schemeClr val="bg1"/>
                </a:solidFill>
              </a:rPr>
              <a:t> si la réponse est disponible puis la </a:t>
            </a:r>
            <a:r>
              <a:rPr lang="fr-FR" dirty="0">
                <a:solidFill>
                  <a:schemeClr val="bg1"/>
                </a:solidFill>
                <a:highlight>
                  <a:srgbClr val="808080"/>
                </a:highlight>
              </a:rPr>
              <a:t>renvoie par le réseau.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6C8EEE-2A65-41DB-8483-0BE70F4E21EF}"/>
              </a:ext>
            </a:extLst>
          </p:cNvPr>
          <p:cNvSpPr txBox="1"/>
          <p:nvPr/>
        </p:nvSpPr>
        <p:spPr>
          <a:xfrm>
            <a:off x="1" y="1017037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bg1"/>
                </a:solidFill>
              </a:rPr>
              <a:t>Présentation générale</a:t>
            </a:r>
          </a:p>
        </p:txBody>
      </p:sp>
    </p:spTree>
    <p:extLst>
      <p:ext uri="{BB962C8B-B14F-4D97-AF65-F5344CB8AC3E}">
        <p14:creationId xmlns:p14="http://schemas.microsoft.com/office/powerpoint/2010/main" val="3984019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9C0465A-8618-4114-A89D-1E501A971380}"/>
              </a:ext>
            </a:extLst>
          </p:cNvPr>
          <p:cNvSpPr/>
          <p:nvPr/>
        </p:nvSpPr>
        <p:spPr>
          <a:xfrm>
            <a:off x="270588" y="261256"/>
            <a:ext cx="11635273" cy="41054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002060"/>
                </a:solidFill>
              </a:rPr>
              <a:t>Le web du point de vu d’un programmeur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BEABF6-023B-4FD3-B99E-1B3623B1CE21}"/>
              </a:ext>
            </a:extLst>
          </p:cNvPr>
          <p:cNvSpPr txBox="1"/>
          <p:nvPr/>
        </p:nvSpPr>
        <p:spPr>
          <a:xfrm>
            <a:off x="1" y="1017037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bg1"/>
                </a:solidFill>
              </a:rPr>
              <a:t>Une page web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DDAB57-BC9C-4559-BCDD-29C446496F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026"/>
          <a:stretch/>
        </p:blipFill>
        <p:spPr>
          <a:xfrm>
            <a:off x="653143" y="2275743"/>
            <a:ext cx="3228391" cy="18167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031D1F-D277-4912-A7F4-4D7CB7587C54}"/>
              </a:ext>
            </a:extLst>
          </p:cNvPr>
          <p:cNvSpPr txBox="1"/>
          <p:nvPr/>
        </p:nvSpPr>
        <p:spPr>
          <a:xfrm>
            <a:off x="345232" y="1478702"/>
            <a:ext cx="11448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>
                <a:solidFill>
                  <a:schemeClr val="bg1"/>
                </a:solidFill>
              </a:rPr>
              <a:t>Dans le serveur est stocké un ensemble de fichier, avec des informations, ces informations sont interprétées par le serveur une fois la requêtes effectuée afin de renvoyer une réponse visible a l’utilisateur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C2681C-B284-4342-9CDA-ED54441F02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0051" b="33107"/>
          <a:stretch/>
        </p:blipFill>
        <p:spPr>
          <a:xfrm>
            <a:off x="2733869" y="4243196"/>
            <a:ext cx="3926173" cy="21389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3516839-34C0-4D54-80DD-99FC51D89D9A}"/>
              </a:ext>
            </a:extLst>
          </p:cNvPr>
          <p:cNvSpPr txBox="1"/>
          <p:nvPr/>
        </p:nvSpPr>
        <p:spPr>
          <a:xfrm>
            <a:off x="6932644" y="2481943"/>
            <a:ext cx="33963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Code (ex: html)</a:t>
            </a:r>
          </a:p>
          <a:p>
            <a:pPr algn="ctr"/>
            <a:endParaRPr lang="fr-FR" dirty="0">
              <a:solidFill>
                <a:schemeClr val="bg1"/>
              </a:solidFill>
            </a:endParaRPr>
          </a:p>
          <a:p>
            <a:pPr algn="ctr"/>
            <a:endParaRPr lang="fr-FR" dirty="0">
              <a:solidFill>
                <a:schemeClr val="bg1"/>
              </a:solidFill>
            </a:endParaRPr>
          </a:p>
          <a:p>
            <a:pPr algn="ctr"/>
            <a:endParaRPr lang="fr-FR" dirty="0">
              <a:solidFill>
                <a:schemeClr val="bg1"/>
              </a:solidFill>
            </a:endParaRPr>
          </a:p>
          <a:p>
            <a:pPr algn="ctr"/>
            <a:r>
              <a:rPr lang="fr-FR" dirty="0">
                <a:solidFill>
                  <a:schemeClr val="bg1"/>
                </a:solidFill>
              </a:rPr>
              <a:t>Assembleur</a:t>
            </a:r>
          </a:p>
          <a:p>
            <a:pPr algn="ctr"/>
            <a:endParaRPr lang="fr-FR" dirty="0">
              <a:solidFill>
                <a:schemeClr val="bg1"/>
              </a:solidFill>
            </a:endParaRPr>
          </a:p>
          <a:p>
            <a:pPr algn="ctr"/>
            <a:endParaRPr lang="fr-FR" dirty="0">
              <a:solidFill>
                <a:schemeClr val="bg1"/>
              </a:solidFill>
            </a:endParaRPr>
          </a:p>
          <a:p>
            <a:pPr algn="ctr"/>
            <a:endParaRPr lang="fr-FR" dirty="0">
              <a:solidFill>
                <a:schemeClr val="bg1"/>
              </a:solidFill>
            </a:endParaRPr>
          </a:p>
          <a:p>
            <a:pPr algn="ctr"/>
            <a:r>
              <a:rPr lang="fr-FR" dirty="0">
                <a:solidFill>
                  <a:schemeClr val="bg1"/>
                </a:solidFill>
              </a:rPr>
              <a:t>binaire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DB4E3AD-F4C4-4E8A-9F9A-9962450B5286}"/>
              </a:ext>
            </a:extLst>
          </p:cNvPr>
          <p:cNvCxnSpPr/>
          <p:nvPr/>
        </p:nvCxnSpPr>
        <p:spPr>
          <a:xfrm>
            <a:off x="8630816" y="2864500"/>
            <a:ext cx="0" cy="601824"/>
          </a:xfrm>
          <a:prstGeom prst="straightConnector1">
            <a:avLst/>
          </a:prstGeom>
          <a:ln w="47625" cmpd="sng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9C1D1F2-5B94-4E0D-B45D-318C8DC167D0}"/>
              </a:ext>
            </a:extLst>
          </p:cNvPr>
          <p:cNvCxnSpPr/>
          <p:nvPr/>
        </p:nvCxnSpPr>
        <p:spPr>
          <a:xfrm>
            <a:off x="8630816" y="3942284"/>
            <a:ext cx="0" cy="601824"/>
          </a:xfrm>
          <a:prstGeom prst="straightConnector1">
            <a:avLst/>
          </a:prstGeom>
          <a:ln w="47625" cmpd="sng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322BC46-752E-4C84-9104-ACCABC1A0054}"/>
              </a:ext>
            </a:extLst>
          </p:cNvPr>
          <p:cNvSpPr txBox="1"/>
          <p:nvPr/>
        </p:nvSpPr>
        <p:spPr>
          <a:xfrm>
            <a:off x="7417835" y="2915716"/>
            <a:ext cx="2864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Navigateur    interprète</a:t>
            </a:r>
          </a:p>
        </p:txBody>
      </p:sp>
    </p:spTree>
    <p:extLst>
      <p:ext uri="{BB962C8B-B14F-4D97-AF65-F5344CB8AC3E}">
        <p14:creationId xmlns:p14="http://schemas.microsoft.com/office/powerpoint/2010/main" val="724739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9C0465A-8618-4114-A89D-1E501A971380}"/>
              </a:ext>
            </a:extLst>
          </p:cNvPr>
          <p:cNvSpPr/>
          <p:nvPr/>
        </p:nvSpPr>
        <p:spPr>
          <a:xfrm>
            <a:off x="270588" y="261256"/>
            <a:ext cx="11635273" cy="41054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002060"/>
                </a:solidFill>
              </a:rPr>
              <a:t>Le web du point de vu d’un programmeur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BEABF6-023B-4FD3-B99E-1B3623B1CE21}"/>
              </a:ext>
            </a:extLst>
          </p:cNvPr>
          <p:cNvSpPr txBox="1"/>
          <p:nvPr/>
        </p:nvSpPr>
        <p:spPr>
          <a:xfrm>
            <a:off x="-7776" y="882287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bg1"/>
                </a:solidFill>
              </a:rPr>
              <a:t>Les langages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5E4B21-ADEB-417C-8304-9B2002897F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8" y="2346649"/>
            <a:ext cx="2164702" cy="21647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D690A2-F802-4E88-A4AF-3611254384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422" y="1781827"/>
            <a:ext cx="1561031" cy="22023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0C48A2-9509-4751-9360-FBE2EB11B2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8548" y="2968129"/>
            <a:ext cx="1624030" cy="22873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FEC15A-2544-4DF2-90F1-4610C88F3F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0563" y="4655177"/>
            <a:ext cx="1017037" cy="101703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96AD3776-E9A8-4E03-AD34-F36A47FA90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12548" y="1882956"/>
            <a:ext cx="2340927" cy="126429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4177677-CA18-441F-A479-CAE255334C9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778" y="5006524"/>
            <a:ext cx="2091613" cy="108240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8231980-6C5D-4A64-A04D-5184B15F15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016" y="4626841"/>
            <a:ext cx="1905000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173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114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Titouan - D3VEL</dc:creator>
  <cp:lastModifiedBy>Titouan - D3VEL</cp:lastModifiedBy>
  <cp:revision>1</cp:revision>
  <dcterms:created xsi:type="dcterms:W3CDTF">2021-04-08T16:27:25Z</dcterms:created>
  <dcterms:modified xsi:type="dcterms:W3CDTF">2021-04-08T17:18:52Z</dcterms:modified>
</cp:coreProperties>
</file>